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4000E-D681-7D2E-6CE3-9C647A011D67}" v="404" dt="2025-02-21T06:34:15.140"/>
    <p1510:client id="{7E353A6F-4A09-9A85-EB87-2CE42D07948D}" v="30" dt="2025-02-21T07:26:16.465"/>
    <p1510:client id="{B1749D15-29E2-B40E-9F41-8429345E136F}" v="148" dt="2025-02-21T07:22:59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8490" y="2588853"/>
            <a:ext cx="3148642" cy="647942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215E99"/>
                </a:solidFill>
              </a:rPr>
              <a:t>CORPORATE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D49AF0-D221-EE32-1FAC-798EE241794A}"/>
              </a:ext>
            </a:extLst>
          </p:cNvPr>
          <p:cNvSpPr txBox="1">
            <a:spLocks/>
          </p:cNvSpPr>
          <p:nvPr/>
        </p:nvSpPr>
        <p:spPr>
          <a:xfrm>
            <a:off x="1058173" y="3546386"/>
            <a:ext cx="5477774" cy="16112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000000"/>
                </a:solidFill>
              </a:rPr>
              <a:t>Slide</a:t>
            </a:r>
          </a:p>
          <a:p>
            <a:r>
              <a:rPr lang="en-US" sz="5400" dirty="0">
                <a:solidFill>
                  <a:srgbClr val="000000"/>
                </a:solidFill>
              </a:rPr>
              <a:t>Presentation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6437B8-601D-5927-39A8-69A062966846}"/>
              </a:ext>
            </a:extLst>
          </p:cNvPr>
          <p:cNvSpPr txBox="1">
            <a:spLocks/>
          </p:cNvSpPr>
          <p:nvPr/>
        </p:nvSpPr>
        <p:spPr>
          <a:xfrm>
            <a:off x="2222739" y="5487328"/>
            <a:ext cx="3148642" cy="64794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45B0E1"/>
                </a:solidFill>
              </a:rPr>
              <a:t>2025</a:t>
            </a:r>
            <a:endParaRPr lang="en-US" sz="5400" b="1">
              <a:solidFill>
                <a:srgbClr val="45B0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0155-DEED-AB46-995B-3CBD68DA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139B5-A9DA-C2F2-83F3-60B1837DD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-insert introduction summary-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85D70-CB91-C70C-BC1F-7B1B77977BEC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Presentation Title     Date                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D43E1-5F94-4227-3B06-6812258B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01B6B-F4C7-4908-028F-C12E8DF8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623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B9F5-6205-BD77-DF73-C57E3533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15E99"/>
                </a:solidFill>
              </a:rPr>
              <a:t>Content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F667D-58EF-D38B-6855-05B5B10E231D}"/>
              </a:ext>
            </a:extLst>
          </p:cNvPr>
          <p:cNvSpPr/>
          <p:nvPr/>
        </p:nvSpPr>
        <p:spPr>
          <a:xfrm>
            <a:off x="1030941" y="1931076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5FCD40-92FC-4AF0-8681-0A53956F0658}"/>
              </a:ext>
            </a:extLst>
          </p:cNvPr>
          <p:cNvSpPr/>
          <p:nvPr/>
        </p:nvSpPr>
        <p:spPr>
          <a:xfrm>
            <a:off x="2799356" y="1931075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4F43A4-E6EC-69AE-97D4-533B875512EE}"/>
              </a:ext>
            </a:extLst>
          </p:cNvPr>
          <p:cNvSpPr/>
          <p:nvPr/>
        </p:nvSpPr>
        <p:spPr>
          <a:xfrm>
            <a:off x="4725922" y="1931076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504F4-B90D-55ED-33AC-C2BE6F4DCF8E}"/>
              </a:ext>
            </a:extLst>
          </p:cNvPr>
          <p:cNvSpPr/>
          <p:nvPr/>
        </p:nvSpPr>
        <p:spPr>
          <a:xfrm>
            <a:off x="1030940" y="3440698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4AF0D-343C-F8B2-C5F6-AF8ABCC8AAB2}"/>
              </a:ext>
            </a:extLst>
          </p:cNvPr>
          <p:cNvSpPr/>
          <p:nvPr/>
        </p:nvSpPr>
        <p:spPr>
          <a:xfrm>
            <a:off x="2799355" y="3440697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88E29-B9FC-C9EE-2F09-7A411D7ACCBA}"/>
              </a:ext>
            </a:extLst>
          </p:cNvPr>
          <p:cNvSpPr/>
          <p:nvPr/>
        </p:nvSpPr>
        <p:spPr>
          <a:xfrm>
            <a:off x="4725921" y="3440698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61A5F5-2D2F-9214-B99D-2DF0526D88EF}"/>
              </a:ext>
            </a:extLst>
          </p:cNvPr>
          <p:cNvSpPr/>
          <p:nvPr/>
        </p:nvSpPr>
        <p:spPr>
          <a:xfrm>
            <a:off x="1030939" y="4749037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51D26-2A19-4346-5C3C-D359463E9607}"/>
              </a:ext>
            </a:extLst>
          </p:cNvPr>
          <p:cNvSpPr/>
          <p:nvPr/>
        </p:nvSpPr>
        <p:spPr>
          <a:xfrm>
            <a:off x="2799355" y="4749037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CAEBF-B5DC-F867-F50D-1DD719CCBB08}"/>
              </a:ext>
            </a:extLst>
          </p:cNvPr>
          <p:cNvSpPr/>
          <p:nvPr/>
        </p:nvSpPr>
        <p:spPr>
          <a:xfrm>
            <a:off x="4725920" y="4749037"/>
            <a:ext cx="508000" cy="46317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6984A26-E419-A3CD-2271-F09AC1FA33E6}"/>
              </a:ext>
            </a:extLst>
          </p:cNvPr>
          <p:cNvSpPr txBox="1">
            <a:spLocks/>
          </p:cNvSpPr>
          <p:nvPr/>
        </p:nvSpPr>
        <p:spPr>
          <a:xfrm>
            <a:off x="933090" y="2602242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1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88E8315-4153-70F8-357A-E387AC1C324E}"/>
              </a:ext>
            </a:extLst>
          </p:cNvPr>
          <p:cNvSpPr txBox="1">
            <a:spLocks/>
          </p:cNvSpPr>
          <p:nvPr/>
        </p:nvSpPr>
        <p:spPr>
          <a:xfrm>
            <a:off x="2701505" y="2602241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2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D741611-CECE-2E83-270B-B8216E1F53E9}"/>
              </a:ext>
            </a:extLst>
          </p:cNvPr>
          <p:cNvSpPr txBox="1">
            <a:spLocks/>
          </p:cNvSpPr>
          <p:nvPr/>
        </p:nvSpPr>
        <p:spPr>
          <a:xfrm>
            <a:off x="4628071" y="2602242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3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57B1E96-32FC-6498-9DE1-F3E835EE53D6}"/>
              </a:ext>
            </a:extLst>
          </p:cNvPr>
          <p:cNvSpPr txBox="1">
            <a:spLocks/>
          </p:cNvSpPr>
          <p:nvPr/>
        </p:nvSpPr>
        <p:spPr>
          <a:xfrm>
            <a:off x="933090" y="4126241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4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B6BB66-861E-0E41-8178-9FCC308EE590}"/>
              </a:ext>
            </a:extLst>
          </p:cNvPr>
          <p:cNvSpPr txBox="1">
            <a:spLocks/>
          </p:cNvSpPr>
          <p:nvPr/>
        </p:nvSpPr>
        <p:spPr>
          <a:xfrm>
            <a:off x="2701505" y="4126242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5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AE4678C-675B-0783-F770-F71E26846D83}"/>
              </a:ext>
            </a:extLst>
          </p:cNvPr>
          <p:cNvSpPr txBox="1">
            <a:spLocks/>
          </p:cNvSpPr>
          <p:nvPr/>
        </p:nvSpPr>
        <p:spPr>
          <a:xfrm>
            <a:off x="4628071" y="4126241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6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149389C-B925-057F-54F2-6C956482D28A}"/>
              </a:ext>
            </a:extLst>
          </p:cNvPr>
          <p:cNvSpPr txBox="1">
            <a:spLocks/>
          </p:cNvSpPr>
          <p:nvPr/>
        </p:nvSpPr>
        <p:spPr>
          <a:xfrm>
            <a:off x="933090" y="5477713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7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A470DA1-EC6E-304D-ECB1-907F12B0D5DA}"/>
              </a:ext>
            </a:extLst>
          </p:cNvPr>
          <p:cNvSpPr txBox="1">
            <a:spLocks/>
          </p:cNvSpPr>
          <p:nvPr/>
        </p:nvSpPr>
        <p:spPr>
          <a:xfrm>
            <a:off x="2701505" y="5477713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8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30534DC-2186-3E64-D933-C5A0FAC4AE40}"/>
              </a:ext>
            </a:extLst>
          </p:cNvPr>
          <p:cNvSpPr txBox="1">
            <a:spLocks/>
          </p:cNvSpPr>
          <p:nvPr/>
        </p:nvSpPr>
        <p:spPr>
          <a:xfrm>
            <a:off x="4628071" y="5477713"/>
            <a:ext cx="1213449" cy="36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/>
              <a:t>Content 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6D912-0995-0C70-4899-AE5AE0D70F07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4FBEA4-19D4-1517-BE0C-63460A11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8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9808-0113-77DD-33B9-0C7A4120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A9384-1014-9757-2AC0-D688D9B8B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05C0E-3196-9D29-A8C7-140717901B94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C53459-0FB2-DBDD-7306-E803DA8D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5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F2D2-61D9-ED60-9CB7-3359887B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06788-57FF-F5C5-ED6E-141554C63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B203C3-B2A7-7F4B-6FA2-B3D635AAAE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8C43F-78D4-2A50-B57D-4B6033058A23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89673-E8E7-956D-6843-36FE53A5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9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458D-B284-7327-EA21-ADFDEFB9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36E0C-AE9C-CDA6-4394-476D8FABA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4CC78-55EA-0AF6-EEDD-2E1517BC6720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C652-32F9-5FC6-598D-6CD88ABA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82F0C-60CA-55F2-6830-875FAE81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640CD-564A-080D-E0CE-8E9847F0C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C16FF-5DF7-72D8-AA43-A9BAAE195BDF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01CD0-DB69-4A7E-6EA1-04B0DB63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1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650B-91FA-C475-0363-563AC4B0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E620A-9CE4-F3E6-E66F-C4F39DB4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38F44-BED7-D3A8-5C48-0666E7AEA173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5644A-4C89-6793-0510-F8FA2646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D7A5-1EC2-3B63-4999-0BCAFE41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5405-F6BC-B0FC-80DE-FD112BC86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6EA2C-7C4E-D9D3-2C0D-A78B2FA1E2FB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6B564-92A5-361D-EC76-419FB205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5DB4-6EF5-69A0-50E7-5863BFDB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492AE-FE4A-2502-171A-912E250D0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E4B7C-02D5-6763-954E-B0B107A256BF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70FC9-BF02-6C0F-0B51-A1E637B7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9D5-27FF-63B3-25A1-34AE7656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30B7-9C87-151C-E54B-7208108EF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3EB9B-2913-8412-7CF1-130D21906211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CD165-9A57-16BE-0918-754607A5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8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8162-EE1F-21A6-75B3-EC2CBA9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7E90F-6B6B-B2BD-3289-0C8ECA492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27692-51BD-666C-8ED8-EADF8BFAA2E4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2B923-7D0F-EA59-CDD1-BB5AF2B1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90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E1E2-6A7F-A0AE-6D39-4D08E9C9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0D29-C3FF-4961-B5F6-0395888C9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E7A86-EB9D-6F48-6BBF-6C716AFE1304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D26-6CE5-392F-18E0-98531734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7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BD8D-6041-B0C4-F75F-39EC4D4D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13D93-8629-69D6-2766-56C8453CB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78394-E077-D6AF-45D2-F2B250EC0001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A0163-19DD-C1E6-140E-EA91E1CC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65EBF-602A-A409-B85C-0BE2EEDA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88DE-5167-6F8E-1A0C-0AD6A948D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182B4-A71D-D749-90EA-AB22E55747B3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3C9B3-6697-2610-0BB3-A85F5B2D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5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A4DD-0358-FC8F-D7F6-7AEAAD08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E33F-D640-8C3D-006C-A9E4C3AC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28EC6-8B76-E5E4-C329-32AC884EE37F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70DE7-85B2-DB8A-BDA1-2469DF88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51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8E26-0237-D71C-9230-1BFC9702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E21B-8056-6A56-AE06-DBED64D1E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E5588-C597-CD27-9133-BE35C0C2A261}"/>
              </a:ext>
            </a:extLst>
          </p:cNvPr>
          <p:cNvSpPr txBox="1"/>
          <p:nvPr/>
        </p:nvSpPr>
        <p:spPr>
          <a:xfrm>
            <a:off x="831349" y="6178881"/>
            <a:ext cx="572331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Presentation Title     Date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2723B-BBCA-1D75-2AD0-7AFBA92A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6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B1D1-E1D4-5FF8-5DA0-3518201ED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710" y="4347654"/>
            <a:ext cx="4290203" cy="133994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End Presentation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220E0-5040-8BD6-87A5-EB94E5ED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8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CORPORATE</vt:lpstr>
      <vt:lpstr>Introduction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194</cp:revision>
  <dcterms:created xsi:type="dcterms:W3CDTF">2025-02-21T05:33:25Z</dcterms:created>
  <dcterms:modified xsi:type="dcterms:W3CDTF">2025-02-21T07:26:54Z</dcterms:modified>
</cp:coreProperties>
</file>